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900" b="1">
                <a:solidFill>
                  <a:srgbClr val="162D4E"/>
                </a:solidFill>
                <a:latin typeface="Arial"/>
              </a:rPr>
              <a:t>Queue Language in KPI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9264"/>
            <a:ext cx="107899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Client ask and current data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3429000" cy="274320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Client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Add a Queue Language dimension across all KPIs so bilingual reporting can be filtered and reviewed consistently.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72768"/>
            <a:ext cx="3429000" cy="2743200"/>
          </a:xfrm>
          <a:prstGeom prst="roundRect">
            <a:avLst/>
          </a:prstGeom>
          <a:solidFill>
            <a:srgbClr val="E8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572768"/>
            <a:ext cx="73152" cy="2743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Available language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Verizon provides row-level agent call language through Med_Seg, so Verizon KPIs can use actual call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72768"/>
            <a:ext cx="3429000" cy="2743200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572768"/>
            <a:ext cx="73152" cy="2743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Gap for other KPIs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Other source metrics do not carry row-level language, so those KPIs need a derived language mapping.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92040"/>
            <a:ext cx="30175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162D4E"/>
                </a:solidFill>
                <a:latin typeface="Arial"/>
              </a:rPr>
              <a:t>Simple message for the 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21808"/>
            <a:ext cx="10835640" cy="8686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5596128"/>
            <a:ext cx="1028700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We can show Queue Language across KPI reporting, but the logic must be source-aware: Verizon uses actual language; other sources use an agent-level derived language.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6473952"/>
            <a:ext cx="192024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800" b="0">
                <a:solidFill>
                  <a:srgbClr val="4B5563"/>
                </a:solidFill>
                <a:latin typeface="Arial"/>
              </a:rPr>
              <a:t>Queue Language KPI Reporting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900" b="1">
                <a:solidFill>
                  <a:srgbClr val="162D4E"/>
                </a:solidFill>
                <a:latin typeface="Arial"/>
              </a:rPr>
              <a:t>Recommended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9264"/>
            <a:ext cx="107899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Use highest handled call language during the same KPI reporting period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6695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Count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Use Verizon Med_Seg to count handled calls by agent and language.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91456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Assign Queue 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Set the agent language to the language with the highest handled call count.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86216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Apply to other KPIs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Use this agent-level mapping where source metrics do not include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0520"/>
            <a:ext cx="4892040" cy="1325880"/>
          </a:xfrm>
          <a:prstGeom prst="roundRect">
            <a:avLst/>
          </a:prstGeom>
          <a:solidFill>
            <a:srgbClr val="E8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325112"/>
            <a:ext cx="45628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Example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27448"/>
            <a:ext cx="4562855" cy="66751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If an agent handles 20 French calls and 10 English calls, Queue Language = French for non-Verizon KPI mapping.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160520"/>
            <a:ext cx="5257800" cy="13258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416052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4325112"/>
            <a:ext cx="49286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Decisions to confirm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8" y="4727448"/>
            <a:ext cx="4928616" cy="66751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Recommended period: count calls for the same KPI reporting period selected in the dashboard. If no period is selected, use the latest completed month. Also confirm tie handling and new-agent fallback.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6459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Recommendation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2848" y="5934456"/>
            <a:ext cx="9052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Proceed with the highest handled call language rule using the KPI reporting period, so language assignment reflects the same time window as the metrics being reviewed.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6473952"/>
            <a:ext cx="192024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800" b="0">
                <a:solidFill>
                  <a:srgbClr val="4B5563"/>
                </a:solidFill>
                <a:latin typeface="Arial"/>
              </a:rPr>
              <a:t>Queue Language KPI Reporting |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