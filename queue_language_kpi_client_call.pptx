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900" b="1">
                <a:solidFill>
                  <a:srgbClr val="162D4E"/>
                </a:solidFill>
                <a:latin typeface="Arial"/>
              </a:rPr>
              <a:t>Queue Language in KPI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69264"/>
            <a:ext cx="1078992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300" b="0">
                <a:solidFill>
                  <a:srgbClr val="4B5563"/>
                </a:solidFill>
                <a:latin typeface="Arial"/>
              </a:rPr>
              <a:t>Client ask and current data reality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72768"/>
            <a:ext cx="3429000" cy="2743200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73152" cy="2743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737360"/>
            <a:ext cx="309981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Client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39696"/>
            <a:ext cx="3099816" cy="20848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Add a Queue Language dimension across all KPIs so bilingual reporting can be filtered and reviewed consistently.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72768"/>
            <a:ext cx="3429000" cy="2743200"/>
          </a:xfrm>
          <a:prstGeom prst="roundRect">
            <a:avLst/>
          </a:prstGeom>
          <a:solidFill>
            <a:srgbClr val="E8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572768"/>
            <a:ext cx="73152" cy="2743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1737360"/>
            <a:ext cx="309981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Available language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139696"/>
            <a:ext cx="3099816" cy="20848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Verizon provides row-level agent call language through Med_Seg, so Verizon KPIs can use actual call language.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72768"/>
            <a:ext cx="3429000" cy="2743200"/>
          </a:xfrm>
          <a:prstGeom prst="roundRect">
            <a:avLst/>
          </a:prstGeom>
          <a:solidFill>
            <a:srgbClr val="FFED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1572768"/>
            <a:ext cx="73152" cy="2743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1737360"/>
            <a:ext cx="309981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Gap for other KPIs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139696"/>
            <a:ext cx="3099816" cy="208483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Other source metrics do not carry row-level language, so those KPIs need a derived language mapping.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92040"/>
            <a:ext cx="301752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600" b="1">
                <a:solidFill>
                  <a:srgbClr val="162D4E"/>
                </a:solidFill>
                <a:latin typeface="Arial"/>
              </a:rPr>
              <a:t>Simple message for the client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21808"/>
            <a:ext cx="10835640" cy="8686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5596128"/>
            <a:ext cx="10287000" cy="32004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F2937"/>
                </a:solidFill>
                <a:latin typeface="Arial"/>
              </a:rPr>
              <a:t>We can show Queue Language across KPI reporting, but the logic must be source-aware: Verizon uses actual language; other sources use an agent-level derived language.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6473952"/>
            <a:ext cx="192024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800" b="0">
                <a:solidFill>
                  <a:srgbClr val="4B5563"/>
                </a:solidFill>
                <a:latin typeface="Arial"/>
              </a:rPr>
              <a:t>Queue Language KPI Reporting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789920" cy="5029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2900" b="1">
                <a:solidFill>
                  <a:srgbClr val="162D4E"/>
                </a:solidFill>
                <a:latin typeface="Arial"/>
              </a:rPr>
              <a:t>Recommended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69264"/>
            <a:ext cx="10789920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300" b="0">
                <a:solidFill>
                  <a:srgbClr val="4B5563"/>
                </a:solidFill>
                <a:latin typeface="Arial"/>
              </a:rPr>
              <a:t>Use highest handled call language as the default mapping for non-Verizon KPI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64208"/>
            <a:ext cx="3154680" cy="1965960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96695" y="1901952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039112"/>
            <a:ext cx="219456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901952"/>
            <a:ext cx="1874519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Count calls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2578608"/>
            <a:ext cx="2606040" cy="6858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Use Verizon Med_Seg to count handled calls by agent and language.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64208"/>
            <a:ext cx="3154680" cy="1965960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91456" y="1901952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2039112"/>
            <a:ext cx="219456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901952"/>
            <a:ext cx="1874519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Assign Queue Language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578608"/>
            <a:ext cx="2606040" cy="6858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Set the agent language to the language with the highest handled call count.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664208"/>
            <a:ext cx="3154680" cy="1965960"/>
          </a:xfrm>
          <a:prstGeom prst="round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86216" y="1901952"/>
            <a:ext cx="566928" cy="56692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59952" y="2039112"/>
            <a:ext cx="219456" cy="18288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1901952"/>
            <a:ext cx="1874519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Apply to other KPIs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9368" y="2578608"/>
            <a:ext cx="2606040" cy="6858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Use this agent-level mapping where source metrics do not include language.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160520"/>
            <a:ext cx="4892040" cy="1325880"/>
          </a:xfrm>
          <a:prstGeom prst="roundRect">
            <a:avLst/>
          </a:prstGeom>
          <a:solidFill>
            <a:srgbClr val="E8F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160520"/>
            <a:ext cx="73152" cy="13258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325112"/>
            <a:ext cx="4562855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Example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4727448"/>
            <a:ext cx="4562855" cy="66751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If an agent handles 20 French calls and 10 English calls, Queue Language = French for non-Verizon KPI mapping.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4160520"/>
            <a:ext cx="5257800" cy="1325880"/>
          </a:xfrm>
          <a:prstGeom prst="round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080760" y="4160520"/>
            <a:ext cx="73152" cy="13258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4325112"/>
            <a:ext cx="4928616" cy="292608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Decisions to confirm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1928" y="4727448"/>
            <a:ext cx="4928616" cy="667512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250" b="0">
                <a:solidFill>
                  <a:srgbClr val="4B5563"/>
                </a:solidFill>
                <a:latin typeface="Arial"/>
              </a:rPr>
              <a:t>Confirm refresh period, tie handling, and new-agent fallback before implementation.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925312"/>
            <a:ext cx="164592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500" b="1">
                <a:solidFill>
                  <a:srgbClr val="162D4E"/>
                </a:solidFill>
                <a:latin typeface="Arial"/>
              </a:rPr>
              <a:t>Recommendation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12848" y="5934456"/>
            <a:ext cx="9052560" cy="27432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l"/>
            <a:r>
              <a:rPr sz="1300" b="0">
                <a:solidFill>
                  <a:srgbClr val="4B5563"/>
                </a:solidFill>
                <a:latin typeface="Arial"/>
              </a:rPr>
              <a:t>Proceed with the highest handled call language rule because it is easy to explain, auditable, and matches the client preference in the mail chain.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6473952"/>
            <a:ext cx="1920240" cy="228600"/>
          </a:xfrm>
          <a:prstGeom prst="rect">
            <a:avLst/>
          </a:prstGeom>
          <a:noFill/>
        </p:spPr>
        <p:txBody>
          <a:bodyPr wrap="square" lIns="36576" rIns="36576" anchor="t">
            <a:spAutoFit/>
          </a:bodyPr>
          <a:lstStyle/>
          <a:p>
            <a:pPr algn="r"/>
            <a:r>
              <a:rPr sz="800" b="0">
                <a:solidFill>
                  <a:srgbClr val="4B5563"/>
                </a:solidFill>
                <a:latin typeface="Arial"/>
              </a:rPr>
              <a:t>Queue Language KPI Reporting |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