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737360"/>
            <a:ext cx="4206240" cy="4206240"/>
          </a:xfrm>
          <a:prstGeom prst="ellipse">
            <a:avLst/>
          </a:prstGeom>
          <a:solidFill>
            <a:srgbClr val="0F8A8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502920"/>
            <a:ext cx="1920240" cy="1920240"/>
          </a:xfrm>
          <a:prstGeom prst="ellipse">
            <a:avLst/>
          </a:prstGeom>
          <a:solidFill>
            <a:srgbClr val="2DD4BF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MULTI-LOCATION DSOs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896112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not a data problem.</a:t>
            </a:r>
            <a:endParaRPr lang="en-US" sz="3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a timing problem.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C7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DSOs don’t struggle with data — they struggle with timing. KPI reports arrive days, sometimes weeks, late. By the time leadership sees the numbers, the problem has already impacted revenue.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198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YOU SEE IT — WAS IT…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4214287"/>
            <a:ext cx="294803" cy="29480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case acceptance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1440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slipping unnoticed across providers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0332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383" y="4214287"/>
            <a:ext cx="294803" cy="29480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0332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inefficiencies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370332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chairs and hygiene gaps draining capacity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9224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03" y="4214287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9224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in procedure mix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649224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production quietly trending down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006840" y="3767328"/>
            <a:ext cx="2514600" cy="2286000"/>
          </a:xfrm>
          <a:prstGeom prst="roundRect">
            <a:avLst>
              <a:gd name="adj" fmla="val 280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81160" y="4078224"/>
            <a:ext cx="566928" cy="56692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23" y="4214287"/>
            <a:ext cx="294803" cy="294803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281160" y="480974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patient churn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9281160" y="5358384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At-risk patients lapsing before anyone reacts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8A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LUMENORE  ·  UNIFIED DENTAL BI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86384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risk. Prevent churn. Power DSO growth.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Lumenore unifies clinical, scheduling, and financial data into one BI layer — with real-time benchmarking, predictive analytics, and natural-language answers.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76272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468880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696" y="2626888"/>
            <a:ext cx="342351" cy="3423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3236976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benchmarking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32688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dentists across locations as it happens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70832" y="2176272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2468880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448" y="2626888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3236976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&amp; engagement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663440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declining case acceptance and engagement early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01584" y="2176272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94192" y="2468880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200" y="2626888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94192" y="3236976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churn signals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394192" y="356616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patients at risk of lapsing from care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40080" y="4425696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32688" y="4718304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696" y="4876312"/>
            <a:ext cx="342351" cy="34235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2688" y="548640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risk forecast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32688" y="581558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revenue exposure before month-end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70832" y="4425696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663440" y="4718304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1448" y="4876312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63440" y="548640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BI layer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4663440" y="581558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Clinical, scheduling &amp; financial data in one place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101584" y="4425696"/>
            <a:ext cx="3419856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394192" y="4718304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2200" y="4876312"/>
            <a:ext cx="342351" cy="342351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394192" y="548640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</a:t>
            </a:r>
            <a:endParaRPr lang="en-US" sz="1550" dirty="0"/>
          </a:p>
        </p:txBody>
      </p:sp>
      <p:sp>
        <p:nvSpPr>
          <p:cNvPr id="35" name="Text 27"/>
          <p:cNvSpPr/>
          <p:nvPr/>
        </p:nvSpPr>
        <p:spPr>
          <a:xfrm>
            <a:off x="8394192" y="581558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Dr. A’s revenue drop last month?”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6B24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389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58952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reports to predictive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4475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multi-location dental network replaced static KPI reports with interactive dashboards and predictive analytics — and now sees risk before it spreads network-wide.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2732959"/>
            <a:ext cx="294803" cy="294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Provider-level risk, early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spots risky performance patterns by provider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2900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70332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383" y="2732959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0332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caught upstream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70332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drops flagged before network-wide impact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9224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03" y="2732959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224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9224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dashboards replace days-late KPI reports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9006840" y="228600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281160" y="2596896"/>
            <a:ext cx="566928" cy="566928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23" y="2732959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81160" y="332841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protected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9281160" y="3877056"/>
            <a:ext cx="1984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risk forecast before the month-end close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40080" y="4983480"/>
            <a:ext cx="10881360" cy="1298448"/>
          </a:xfrm>
          <a:prstGeom prst="roundRect">
            <a:avLst>
              <a:gd name="adj" fmla="val 7042"/>
            </a:avLst>
          </a:prstGeom>
          <a:solidFill>
            <a:srgbClr val="0A2A3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40080" y="518464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LUMENORE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188720" y="549554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Risk.  Prevent Churn.  Power DSO Growth.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Lumenore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 Risk. Prevent Churn. Power DSO Growth.</dc:title>
  <dc:subject>PptxGenJS Presentation</dc:subject>
  <dc:creator>Lumenore</dc:creator>
  <cp:lastModifiedBy>Lumenore</cp:lastModifiedBy>
  <cp:revision>1</cp:revision>
  <dcterms:created xsi:type="dcterms:W3CDTF">2026-06-04T10:21:49Z</dcterms:created>
  <dcterms:modified xsi:type="dcterms:W3CDTF">2026-06-04T10:21:49Z</dcterms:modified>
</cp:coreProperties>
</file>